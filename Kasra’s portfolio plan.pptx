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9C3A1-558F-E8BC-C9D4-4F722CC41D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7176CE-5521-6230-2F8D-01D93473F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BE8A4-594C-466C-9FB3-C815A469A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CCA64-73B0-4DEA-B9F0-43511B66422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7E8AC-3D1A-B94D-8BB5-734252C3B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E8116-C4A6-62B8-7436-92437D1F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48D48-4184-4765-97C1-5EFC01291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201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C4760-0EEE-3CD1-AFDD-864DC8A31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E69ED-B34B-24E7-7CA5-8F6727AD6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1BF45-B1EF-2B4D-FF19-D51C3201B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CCA64-73B0-4DEA-B9F0-43511B66422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5DCE1-07BC-D343-628C-38D94FA59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32E29-87D5-A384-CE60-C47E2A503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48D48-4184-4765-97C1-5EFC01291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945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0D7BA-4A95-E283-DFE8-BB01992D4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C3136-35DD-11AB-83EB-8E5021298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6BBA6-320A-EAB0-B9FB-5FEBB59A5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CCA64-73B0-4DEA-B9F0-43511B66422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94BDD-6C87-EC49-B9ED-ECA38F73F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53E04-10C0-15AC-434E-1ED90D01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48D48-4184-4765-97C1-5EFC01291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698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9580D-8C6B-2D47-E613-20B748F14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1F6FC-03C4-D296-EAAF-560D745C37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B7F4E6-1F19-82F8-219D-2B2CC185B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FE6881-8F49-E2B7-9C33-AEF6A93C0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CCA64-73B0-4DEA-B9F0-43511B66422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91DCF-5042-F879-1360-4067F95B2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BE8D6-15F0-244E-0397-05C761C88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48D48-4184-4765-97C1-5EFC01291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58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43DA-41EB-57F5-57BE-EBD9A405B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AEBB8-45A3-C02C-72CB-1F5C7F101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199AB-83E3-A10B-8DC0-627476D58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96D229-71F3-3CB3-77BB-9EC2BD49B0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FF4E84-C313-5155-2049-66A02E6EB6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BA427B-A725-589B-2AEC-DFF42EC7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CCA64-73B0-4DEA-B9F0-43511B66422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F3DA73-B57F-7B42-71AC-FE9FD2FC4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E914BF-5929-B5C6-FB80-9DC7338C2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48D48-4184-4765-97C1-5EFC01291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70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C3BA1-B3B9-4E96-B5D3-6CD10F47B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CED8B-94AB-8BD4-CC17-BD5FF7893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CCA64-73B0-4DEA-B9F0-43511B66422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21F59A-4698-DC5B-4FAF-BCD1C27DA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62D7D-E3DC-1487-F09B-CD936358E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48D48-4184-4765-97C1-5EFC01291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894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0FCF5C-8352-798D-82F8-9CF94DAE5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CCA64-73B0-4DEA-B9F0-43511B66422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2A39A3-FDAC-3497-9A34-C5C8D5245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0BE21-ACD4-C401-AC7E-8167089F6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48D48-4184-4765-97C1-5EFC01291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05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4B4FB-97EA-9FF0-20A9-1C1A8D05A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5807D-ED47-E7DB-5AC6-EC21F3108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2842E-F555-0994-4EBE-1477A3A3A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9B5F4-D630-A01F-1D0F-4024C9047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CCA64-73B0-4DEA-B9F0-43511B66422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7E3491-5120-D981-A795-6A777C0A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37C3B-B688-69A8-6D0F-6FD4251A6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48D48-4184-4765-97C1-5EFC01291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93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7E343-1576-02E2-B1FC-AEB601993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FD27A3-2D64-2F5F-FE88-EE21A931FD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4A831A-265D-024A-3A2D-9F31D494F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5F20A-DC58-5ABC-38E0-08CF0BDB9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CCA64-73B0-4DEA-B9F0-43511B66422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52A8A-C7CE-BAFD-7D8B-446041177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3397E-A9FC-926C-F8B5-CAD1B865B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48D48-4184-4765-97C1-5EFC01291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99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69C35-56A5-F8DD-891A-776A9252B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B3E20-63D6-8F38-D0D0-5D390E384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2D3F3-8B3C-DDBB-C5EB-03EA052E1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CCA64-73B0-4DEA-B9F0-43511B66422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C8D6E-5C40-5825-0791-E4EB9E45B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9D4A8-AE38-DFD6-7938-69156C95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48D48-4184-4765-97C1-5EFC01291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82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85B-4EA4-DA8A-36E5-7939BC9169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2C44B6-2C01-C1F5-BB13-BCDF969655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6B182-6BC8-5222-7875-CFD1BE1A9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CCA64-73B0-4DEA-B9F0-43511B66422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7E87A-A905-8B45-D64F-6BB920B78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97200-2F54-2A74-4B4F-B8B20FE85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48D48-4184-4765-97C1-5EFC01291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646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EC2800-0F08-344B-23AE-70CADDAC2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9B91B-832A-A1ED-4E82-BEA4DE737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538BA-B6C6-039A-3E67-BD645361C7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DCCA64-73B0-4DEA-B9F0-43511B66422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75F54-6008-E642-260F-DEC4968DB1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3D6ED-BDEB-F18A-B759-B31756E01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748D48-4184-4765-97C1-5EFC01291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267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264CF-AF77-2B4D-BD7D-F74386ABFC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Kasra’s website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84E56E-6BAE-03FE-ECD6-838BB3CBE6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My plans for my website for this course</a:t>
            </a:r>
          </a:p>
        </p:txBody>
      </p:sp>
    </p:spTree>
    <p:extLst>
      <p:ext uri="{BB962C8B-B14F-4D97-AF65-F5344CB8AC3E}">
        <p14:creationId xmlns:p14="http://schemas.microsoft.com/office/powerpoint/2010/main" val="3986745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C40C1-8F69-366C-802D-812B225C2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577" y="107004"/>
            <a:ext cx="2502846" cy="69519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Aptos Slab ExtraBold" panose="020F0502020204030204" pitchFamily="34" charset="0"/>
              </a:rPr>
              <a:t>My plans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7E2740-8AE6-D1FA-A130-F18BD2F5837B}"/>
              </a:ext>
            </a:extLst>
          </p:cNvPr>
          <p:cNvCxnSpPr/>
          <p:nvPr/>
        </p:nvCxnSpPr>
        <p:spPr>
          <a:xfrm>
            <a:off x="4252608" y="107004"/>
            <a:ext cx="3686783" cy="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C8979A-87A8-C609-BEB1-D303DA09110D}"/>
              </a:ext>
            </a:extLst>
          </p:cNvPr>
          <p:cNvCxnSpPr/>
          <p:nvPr/>
        </p:nvCxnSpPr>
        <p:spPr>
          <a:xfrm>
            <a:off x="4252608" y="779496"/>
            <a:ext cx="3686783" cy="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A1E6FE1-5FAC-DFEC-05ED-DDD0E0B4E467}"/>
              </a:ext>
            </a:extLst>
          </p:cNvPr>
          <p:cNvSpPr txBox="1"/>
          <p:nvPr/>
        </p:nvSpPr>
        <p:spPr>
          <a:xfrm>
            <a:off x="145915" y="1021404"/>
            <a:ext cx="11887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 Slab ExtraBold" panose="020B0004020202020204" pitchFamily="34" charset="0"/>
              </a:rPr>
              <a:t>1 - For this website is to make it like a webstore for technology. Like the technology section of </a:t>
            </a:r>
            <a:r>
              <a:rPr lang="en-US" dirty="0" err="1">
                <a:latin typeface="Aptos Slab ExtraBold" panose="020B0004020202020204" pitchFamily="34" charset="0"/>
              </a:rPr>
              <a:t>ebay</a:t>
            </a:r>
            <a:r>
              <a:rPr lang="en-US" dirty="0">
                <a:latin typeface="Aptos Slab ExtraBold" panose="020B0004020202020204" pitchFamily="34" charset="0"/>
              </a:rPr>
              <a:t> or Amazon.</a:t>
            </a:r>
          </a:p>
          <a:p>
            <a:r>
              <a:rPr lang="en-US" dirty="0">
                <a:latin typeface="Aptos Slab ExtraBold" panose="020B0004020202020204" pitchFamily="34" charset="0"/>
              </a:rPr>
              <a:t>2 - Learn HTML and CSS fluently so I can make it a reality.</a:t>
            </a:r>
          </a:p>
          <a:p>
            <a:r>
              <a:rPr lang="en-US" dirty="0">
                <a:latin typeface="Aptos Slab ExtraBold" panose="020B0004020202020204" pitchFamily="34" charset="0"/>
              </a:rPr>
              <a:t>3 - My goal for this website is to make it fully functional with good UI.</a:t>
            </a:r>
          </a:p>
          <a:p>
            <a:r>
              <a:rPr lang="en-US" dirty="0">
                <a:latin typeface="Aptos Slab ExtraBold" panose="020B0004020202020204" pitchFamily="34" charset="0"/>
              </a:rPr>
              <a:t>4 - The main purpose of my current webpage is for me to learn how to make a website.</a:t>
            </a:r>
          </a:p>
          <a:p>
            <a:r>
              <a:rPr lang="en-US" dirty="0">
                <a:latin typeface="Aptos Slab ExtraBold" panose="020B0004020202020204" pitchFamily="34" charset="0"/>
              </a:rPr>
              <a:t>5 - My personal design is something simple yet eye sleek like the official MSI website.</a:t>
            </a:r>
          </a:p>
          <a:p>
            <a:r>
              <a:rPr lang="en-US" dirty="0">
                <a:latin typeface="Aptos Slab ExtraBold" panose="020B0004020202020204" pitchFamily="34" charset="0"/>
              </a:rPr>
              <a:t>6 - Hopefully I can work alongside a partner in order to get second opinions on making a site.</a:t>
            </a:r>
          </a:p>
          <a:p>
            <a:r>
              <a:rPr lang="en-US" dirty="0">
                <a:latin typeface="Aptos Slab ExtraBold" panose="020B0004020202020204" pitchFamily="34" charset="0"/>
              </a:rPr>
              <a:t>7 - After I have made my site, a marketing strategy is needed is it is a store. No ads means no sales.</a:t>
            </a:r>
          </a:p>
          <a:p>
            <a:r>
              <a:rPr lang="en-US" dirty="0">
                <a:latin typeface="Aptos Slab ExtraBold" panose="020B0004020202020204" pitchFamily="34" charset="0"/>
              </a:rPr>
              <a:t>8 - A public domain is needed in order for it to be accessible on the internet.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D4900B9-50F2-DC16-04BD-FE67B0155D02}"/>
              </a:ext>
            </a:extLst>
          </p:cNvPr>
          <p:cNvSpPr txBox="1">
            <a:spLocks/>
          </p:cNvSpPr>
          <p:nvPr/>
        </p:nvSpPr>
        <p:spPr>
          <a:xfrm>
            <a:off x="4844577" y="3716439"/>
            <a:ext cx="2502846" cy="6951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Aptos Slab ExtraBold" panose="020F0502020204030204" pitchFamily="34" charset="0"/>
              </a:rPr>
              <a:t>Extra info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CD3E8B0-65A0-708E-8857-070A4272301F}"/>
              </a:ext>
            </a:extLst>
          </p:cNvPr>
          <p:cNvCxnSpPr/>
          <p:nvPr/>
        </p:nvCxnSpPr>
        <p:spPr>
          <a:xfrm>
            <a:off x="4252608" y="3716439"/>
            <a:ext cx="3686783" cy="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0CEA61-21C3-BFF6-5262-192ABC171A0E}"/>
              </a:ext>
            </a:extLst>
          </p:cNvPr>
          <p:cNvCxnSpPr/>
          <p:nvPr/>
        </p:nvCxnSpPr>
        <p:spPr>
          <a:xfrm>
            <a:off x="4252608" y="4388931"/>
            <a:ext cx="3686783" cy="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F275A3D-5E54-9CDD-B5A2-EF4057348CA3}"/>
              </a:ext>
            </a:extLst>
          </p:cNvPr>
          <p:cNvSpPr txBox="1"/>
          <p:nvPr/>
        </p:nvSpPr>
        <p:spPr>
          <a:xfrm>
            <a:off x="165370" y="4771078"/>
            <a:ext cx="11556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Slab ExtraBold" panose="020B0004020202020204" pitchFamily="34" charset="0"/>
              </a:rPr>
              <a:t>No budget as of yet due to still being a student.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Slab ExtraBold" panose="020B0004020202020204" pitchFamily="34" charset="0"/>
              </a:rPr>
              <a:t>Currently only I (</a:t>
            </a:r>
            <a:r>
              <a:rPr lang="en-US" dirty="0" err="1">
                <a:latin typeface="Aptos Slab ExtraBold" panose="020B0004020202020204" pitchFamily="34" charset="0"/>
              </a:rPr>
              <a:t>kasra</a:t>
            </a:r>
            <a:r>
              <a:rPr lang="en-US" dirty="0">
                <a:latin typeface="Aptos Slab ExtraBold" panose="020B0004020202020204" pitchFamily="34" charset="0"/>
              </a:rPr>
              <a:t> Zahedi) am working on this website and everything is made by me (so far).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Slab ExtraBold" panose="020B0004020202020204" pitchFamily="34" charset="0"/>
              </a:rPr>
              <a:t>Some feature I do have in mind and will add other features once I learn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Slab ExtraBold" panose="020B0004020202020204" pitchFamily="34" charset="0"/>
              </a:rPr>
              <a:t>A mock-up will be made throughout the course as I learn how to master HTML and CSS.</a:t>
            </a:r>
          </a:p>
        </p:txBody>
      </p:sp>
    </p:spTree>
    <p:extLst>
      <p:ext uri="{BB962C8B-B14F-4D97-AF65-F5344CB8AC3E}">
        <p14:creationId xmlns:p14="http://schemas.microsoft.com/office/powerpoint/2010/main" val="4088401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240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Aptos Slab ExtraBold</vt:lpstr>
      <vt:lpstr>Arial</vt:lpstr>
      <vt:lpstr>Office Theme</vt:lpstr>
      <vt:lpstr>Kasra’s website</vt:lpstr>
      <vt:lpstr>My plans</vt:lpstr>
    </vt:vector>
  </TitlesOfParts>
  <Company>Moorche 30 DVDs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Kasra Zahedi</dc:creator>
  <cp:lastModifiedBy>Kasra Zahedi</cp:lastModifiedBy>
  <cp:revision>1</cp:revision>
  <dcterms:created xsi:type="dcterms:W3CDTF">2026-09-26T21:24:55Z</dcterms:created>
  <dcterms:modified xsi:type="dcterms:W3CDTF">2026-09-26T21:59:56Z</dcterms:modified>
</cp:coreProperties>
</file>