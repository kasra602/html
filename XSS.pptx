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F7C92-87EB-D7CF-F60C-9F6D4EF3B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EA8C3B-44F6-9955-ABFC-A5C55085B8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136A9-B0FB-9596-5685-F720567D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3B20-719D-40AC-B1C3-7897CD48048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77BED-BE94-8EBB-62AA-35C8A0EAC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0A344-4328-2F0D-D7FB-17FD282DC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7CB2C-ECD3-42A9-AA21-AD1E1AE6A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943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832DF-E741-51D0-F311-BB729A8CF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C14FC-9C5C-E870-4121-FE6C985D7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7CEE2-77E0-D0C7-D330-8ABBC6235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3B20-719D-40AC-B1C3-7897CD48048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D94AD-5F27-375F-F261-13E1766B9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94CD0-E3AA-A280-A6E8-EFA72CE28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7CB2C-ECD3-42A9-AA21-AD1E1AE6A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939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0A695-E942-DBC5-073F-D526D9AEC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79ABF-CB8C-50A2-376E-6A564F30B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7E8E9-2397-CE34-BC70-9871E7A37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3B20-719D-40AC-B1C3-7897CD48048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751B6-0371-A35D-0262-EF3BD28B5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0962E-C3BF-7E9B-4D6E-171932818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7CB2C-ECD3-42A9-AA21-AD1E1AE6A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71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5C035-B780-9A5F-7B10-317E7CF53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319E4-7EEB-65D5-332A-E37F721542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F65958-D291-31F3-C2D5-F69988A0C9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9D716-550A-DC26-7C7C-90C281887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3B20-719D-40AC-B1C3-7897CD48048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C7601-4B58-6D23-8606-CBA2C9F4F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3914A-8A27-FD89-81FF-1C751A575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7CB2C-ECD3-42A9-AA21-AD1E1AE6A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712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EBEEE-77D9-C9ED-C213-D0D46A18B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BCBFF-BD3D-9C9A-4E03-FED028C9A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5D24B9-FED4-C0D1-5DC0-D7250E5E4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E06B65-3C3A-14AD-F349-C23C88C3D4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235E61-15D2-7791-5BCD-E7C3AF5B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764B95-7FDB-C015-2779-26B660876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3B20-719D-40AC-B1C3-7897CD48048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D24F54-DBCA-A9E9-1D06-A50B9F2A5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2C78C6-F615-E999-48AF-487E81D4E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7CB2C-ECD3-42A9-AA21-AD1E1AE6A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150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8364A-5227-C9EC-3BC5-02527FACA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6B7DCF-30B3-13B2-477F-B67C57365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3B20-719D-40AC-B1C3-7897CD48048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C6CE9F-B1C0-6D10-2B64-D3D18ECB5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F9292D-8747-E6B0-D2B7-6EBF0FDC0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7CB2C-ECD3-42A9-AA21-AD1E1AE6A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97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F95FF4-875D-3F7D-A253-165FD58FA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3B20-719D-40AC-B1C3-7897CD48048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EA8A44-4B55-4C8A-FAB9-23132E91A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83F26-8BBB-0B89-B961-7008C0F6B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7CB2C-ECD3-42A9-AA21-AD1E1AE6A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77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33A9B-382A-812D-0AF3-24E7D3A8E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527F4-AD34-C93C-F9E9-4BCB0EDBC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C418A2-A906-A6D7-9FE3-AF4151DAD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9AE16-506A-C1B2-BD38-D502F33A8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3B20-719D-40AC-B1C3-7897CD48048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6BF9F-C715-A4F0-3A9C-B61842C2E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8795A2-5AC1-AA51-0B5B-5CD3FB3DE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7CB2C-ECD3-42A9-AA21-AD1E1AE6A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159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67264-2A6C-23CF-9B50-9DD9D82DA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EB2B87-3370-A28E-9466-BA2C6827C1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1B742-9C48-148F-6A38-FC1A159EA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C563A-B9AE-B570-20D6-4D091155C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3B20-719D-40AC-B1C3-7897CD48048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0D43D-7CE4-9ECF-D39D-CEA7221DF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D10FC-51D0-1760-34C0-71711FFB6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7CB2C-ECD3-42A9-AA21-AD1E1AE6A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169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1FCE7-B827-154A-6D2A-66F381D03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46A57C-B02F-C60B-FC7C-A7D56288C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3D941-16F3-136E-7943-81199C56A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3B20-719D-40AC-B1C3-7897CD48048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59A9C-D4B4-E6C6-8C87-3A05D38EC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F7E45-AED1-33AF-74CC-8F309E32E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7CB2C-ECD3-42A9-AA21-AD1E1AE6A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709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9EDDF4-6929-FD16-B04B-989AC2C80A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09EA04-8ABF-FA10-8993-0686424ACC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62540-3963-D393-A37A-74495502D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3B20-719D-40AC-B1C3-7897CD48048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F6122-2BD2-6400-9747-2A836AADE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6D95F-33B3-8E75-6E54-E1FA4EECB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7CB2C-ECD3-42A9-AA21-AD1E1AE6A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416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C53B74-7C88-9025-9D9D-268C1EFDB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8FF11-7213-9161-5CEC-D9FDF5641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2A2BE-3842-D73D-F2C0-1874F242F3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513B20-719D-40AC-B1C3-7897CD48048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8E40B-417C-4EFF-DCBB-36406F683C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132AF-EDD6-8DA9-F68A-00B927FFB1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D7CB2C-ECD3-42A9-AA21-AD1E1AE6A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736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271C3C6-527C-1D4B-C73B-6E42B9AAC6E3}"/>
              </a:ext>
            </a:extLst>
          </p:cNvPr>
          <p:cNvSpPr/>
          <p:nvPr/>
        </p:nvSpPr>
        <p:spPr>
          <a:xfrm>
            <a:off x="3957177" y="223736"/>
            <a:ext cx="42776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What is XSS?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E4FF5D-6C6A-7E59-A023-26452372FB59}"/>
              </a:ext>
            </a:extLst>
          </p:cNvPr>
          <p:cNvSpPr txBox="1"/>
          <p:nvPr/>
        </p:nvSpPr>
        <p:spPr>
          <a:xfrm>
            <a:off x="736060" y="1147066"/>
            <a:ext cx="107198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Cross-Site Scripting (XSS) is a type of cyberattack where an attacker injects malicious code, usually JavaScript, into a website that other people trust.</a:t>
            </a:r>
          </a:p>
          <a:p>
            <a:pPr algn="ctr"/>
            <a:r>
              <a:rPr lang="en-U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XSS happens when a website accepts user input and displays it without properly checking or encoding it. The victim's browser may then execute the malicious code as if it were legitimate.</a:t>
            </a:r>
          </a:p>
          <a:p>
            <a:pPr algn="ctr"/>
            <a:r>
              <a:rPr lang="en-U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For example, an attacker could put malicious code into a website's comment section. When another user views the comment, the code might execute in their browser.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7E50DA-F96F-028F-0B70-8F1BE59ABF0D}"/>
              </a:ext>
            </a:extLst>
          </p:cNvPr>
          <p:cNvSpPr txBox="1"/>
          <p:nvPr/>
        </p:nvSpPr>
        <p:spPr>
          <a:xfrm>
            <a:off x="0" y="38911"/>
            <a:ext cx="4951378" cy="369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PowerPoint about XSS made by Kasra Zahedi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9BD799-2832-A68D-701B-EA3320CA34F5}"/>
              </a:ext>
            </a:extLst>
          </p:cNvPr>
          <p:cNvSpPr/>
          <p:nvPr/>
        </p:nvSpPr>
        <p:spPr>
          <a:xfrm>
            <a:off x="1669147" y="2804115"/>
            <a:ext cx="885370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What damage does XSS do?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E88A4A-629C-65C4-2228-C18543963AC2}"/>
              </a:ext>
            </a:extLst>
          </p:cNvPr>
          <p:cNvSpPr txBox="1"/>
          <p:nvPr/>
        </p:nvSpPr>
        <p:spPr>
          <a:xfrm>
            <a:off x="992221" y="3727445"/>
            <a:ext cx="1046371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 attacker may be able to: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Steal sensitive information, including accessible session cookies.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Hijack a user's session and potentially take over their account.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Redirect users to malicious websites.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Modify website content to display false information.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Access information or perform actions available to the victim.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Target administrators or other users with elevated privileges.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862061-4DAF-EB3C-F603-C03064405081}"/>
              </a:ext>
            </a:extLst>
          </p:cNvPr>
          <p:cNvSpPr txBox="1"/>
          <p:nvPr/>
        </p:nvSpPr>
        <p:spPr>
          <a:xfrm>
            <a:off x="1754220" y="5987933"/>
            <a:ext cx="89397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impact can range from minor website manipulation to serious account compromise.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955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E15FCEB-9CC0-49C5-E18D-B3B3D210A854}"/>
              </a:ext>
            </a:extLst>
          </p:cNvPr>
          <p:cNvSpPr/>
          <p:nvPr/>
        </p:nvSpPr>
        <p:spPr>
          <a:xfrm>
            <a:off x="3284589" y="0"/>
            <a:ext cx="56228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Examples of XSS</a:t>
            </a:r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: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D9B3D1-767D-0F6E-7503-A6F35622B7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4225"/>
            <a:ext cx="4603427" cy="56957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D00AAE-440C-C134-24F1-2A1D5DACD504}"/>
              </a:ext>
            </a:extLst>
          </p:cNvPr>
          <p:cNvSpPr txBox="1"/>
          <p:nvPr/>
        </p:nvSpPr>
        <p:spPr>
          <a:xfrm>
            <a:off x="4603425" y="1045238"/>
            <a:ext cx="711840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Reflected XSS</a:t>
            </a:r>
          </a:p>
          <a:p>
            <a:pPr algn="ctr"/>
            <a:r>
              <a:rPr lang="en-US" dirty="0"/>
              <a:t>Malicious input is sent to a website, often through a specially crafted link, and immediately included in the response without proper protection.</a:t>
            </a:r>
          </a:p>
          <a:p>
            <a:pPr algn="ctr"/>
            <a:r>
              <a:rPr lang="en-US" dirty="0"/>
              <a:t>Example: A victim clicks a malicious link, and the website returns a page containing code that executes in their browser.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FBBEDC-8695-D1B2-3072-F4A7F08E91E1}"/>
              </a:ext>
            </a:extLst>
          </p:cNvPr>
          <p:cNvSpPr txBox="1"/>
          <p:nvPr/>
        </p:nvSpPr>
        <p:spPr>
          <a:xfrm>
            <a:off x="4603424" y="2816504"/>
            <a:ext cx="711840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Stored XSS</a:t>
            </a:r>
          </a:p>
          <a:p>
            <a:pPr algn="ctr"/>
            <a:r>
              <a:rPr lang="en-US" dirty="0"/>
              <a:t>Malicious code is saved on the server, such as in a database, forum post, comment, or user profile. It can execute whenever another user views the affected content.</a:t>
            </a:r>
          </a:p>
          <a:p>
            <a:pPr algn="ctr"/>
            <a:r>
              <a:rPr lang="en-US" dirty="0"/>
              <a:t>Example: An attacker submits a malicious comment that affects everyone who opens the page.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B8349A-AA42-D5A4-804A-12268A47D5F3}"/>
              </a:ext>
            </a:extLst>
          </p:cNvPr>
          <p:cNvSpPr txBox="1"/>
          <p:nvPr/>
        </p:nvSpPr>
        <p:spPr>
          <a:xfrm>
            <a:off x="4603426" y="4587770"/>
            <a:ext cx="71184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DOM-based XSS</a:t>
            </a:r>
          </a:p>
          <a:p>
            <a:pPr algn="ctr"/>
            <a:r>
              <a:rPr lang="en-US" dirty="0"/>
              <a:t>Malicious input is processed by unsafe client-side JavaScript, which modifies the webpage in a way that allows code to execute.</a:t>
            </a:r>
          </a:p>
          <a:p>
            <a:pPr algn="ctr"/>
            <a:r>
              <a:rPr lang="en-US" dirty="0"/>
              <a:t>Example: JavaScript takes untrusted data from a URL and inserts it into the page unsafely.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3AD63C-0D65-B3AA-B94F-4587EB082823}"/>
              </a:ext>
            </a:extLst>
          </p:cNvPr>
          <p:cNvSpPr txBox="1"/>
          <p:nvPr/>
        </p:nvSpPr>
        <p:spPr>
          <a:xfrm>
            <a:off x="171738" y="6403399"/>
            <a:ext cx="6225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Image from https://blog.bytebytego.com/p/ep184-api-vs-sdk</a:t>
            </a:r>
          </a:p>
        </p:txBody>
      </p:sp>
    </p:spTree>
    <p:extLst>
      <p:ext uri="{BB962C8B-B14F-4D97-AF65-F5344CB8AC3E}">
        <p14:creationId xmlns:p14="http://schemas.microsoft.com/office/powerpoint/2010/main" val="237859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F946CB-9B19-9198-4D3E-0EB618C4C733}"/>
              </a:ext>
            </a:extLst>
          </p:cNvPr>
          <p:cNvSpPr/>
          <p:nvPr/>
        </p:nvSpPr>
        <p:spPr>
          <a:xfrm>
            <a:off x="2763004" y="0"/>
            <a:ext cx="66659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How to prevent XSS?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4AD660-AAC2-150D-383C-7858FEDE45C8}"/>
              </a:ext>
            </a:extLst>
          </p:cNvPr>
          <p:cNvSpPr txBox="1"/>
          <p:nvPr/>
        </p:nvSpPr>
        <p:spPr>
          <a:xfrm>
            <a:off x="1047344" y="816325"/>
            <a:ext cx="100973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Some main examples of prevention methods are: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Output encoding</a:t>
            </a:r>
            <a:r>
              <a:rPr lang="en-US" dirty="0"/>
              <a:t>: Convert special characters into safe representations appropriate to where the data appears, so they are treated as text rather than executable code.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Input validation</a:t>
            </a:r>
            <a:r>
              <a:rPr lang="en-US" dirty="0"/>
              <a:t>: Check that submitted data follows the expected format.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Safe JavaScript practices</a:t>
            </a:r>
            <a:r>
              <a:rPr lang="en-US" dirty="0"/>
              <a:t>: Avoid unsafe methods that insert untrusted input directly into HTML.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Security reviews and testing</a:t>
            </a:r>
            <a:r>
              <a:rPr lang="en-US" dirty="0"/>
              <a:t>: Check code for places where user input reaches webpage output, and test for vulnerabilities.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Content Security Policy (CSP): </a:t>
            </a:r>
            <a:r>
              <a:rPr lang="en-US" dirty="0"/>
              <a:t>Use a restrictive policy as an additional layer of protection.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Secure session handling</a:t>
            </a:r>
            <a:r>
              <a:rPr lang="en-US" dirty="0"/>
              <a:t>: Protect cookies with appropriate security settings to reduce the risk of session theft.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6E404A-41D7-3F2C-FE03-8CE63B658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44" y="3678647"/>
            <a:ext cx="10097311" cy="29106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27322F-FD5D-5DDB-3BED-F3CA8CCEB520}"/>
              </a:ext>
            </a:extLst>
          </p:cNvPr>
          <p:cNvSpPr txBox="1"/>
          <p:nvPr/>
        </p:nvSpPr>
        <p:spPr>
          <a:xfrm>
            <a:off x="1047344" y="6589320"/>
            <a:ext cx="70338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Image from www.magnific.com</a:t>
            </a:r>
          </a:p>
        </p:txBody>
      </p:sp>
    </p:spTree>
    <p:extLst>
      <p:ext uri="{BB962C8B-B14F-4D97-AF65-F5344CB8AC3E}">
        <p14:creationId xmlns:p14="http://schemas.microsoft.com/office/powerpoint/2010/main" val="1795750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B844D201B43642B2F92E784EA96C6C" ma:contentTypeVersion="5" ma:contentTypeDescription="Create a new document." ma:contentTypeScope="" ma:versionID="0f9ea85128627cd0ab1fff5b7e88ab4d">
  <xsd:schema xmlns:xsd="http://www.w3.org/2001/XMLSchema" xmlns:xs="http://www.w3.org/2001/XMLSchema" xmlns:p="http://schemas.microsoft.com/office/2006/metadata/properties" xmlns:ns3="d9c6ff7f-7d55-465f-996a-743657570502" targetNamespace="http://schemas.microsoft.com/office/2006/metadata/properties" ma:root="true" ma:fieldsID="f0091bad409d30154092d87b62ade7d3" ns3:_="">
    <xsd:import namespace="d9c6ff7f-7d55-465f-996a-74365757050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c6ff7f-7d55-465f-996a-74365757050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9c6ff7f-7d55-465f-996a-743657570502" xsi:nil="true"/>
  </documentManagement>
</p:properties>
</file>

<file path=customXml/itemProps1.xml><?xml version="1.0" encoding="utf-8"?>
<ds:datastoreItem xmlns:ds="http://schemas.openxmlformats.org/officeDocument/2006/customXml" ds:itemID="{B5B90C58-9DF4-4A4D-B936-79EC05C4D6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c6ff7f-7d55-465f-996a-7436575705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4616ECF-4F6B-4941-929E-831AD37DB4F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F88549-35E3-4B9D-AA9C-80D63E6B1484}">
  <ds:schemaRefs>
    <ds:schemaRef ds:uri="http://schemas.microsoft.com/office/2006/metadata/properties"/>
    <ds:schemaRef ds:uri="http://schemas.microsoft.com/office/infopath/2007/PartnerControls"/>
    <ds:schemaRef ds:uri="d9c6ff7f-7d55-465f-996a-743657570502"/>
  </ds:schemaRefs>
</ds:datastoreItem>
</file>

<file path=docMetadata/LabelInfo.xml><?xml version="1.0" encoding="utf-8"?>
<clbl:labelList xmlns:clbl="http://schemas.microsoft.com/office/2020/mipLabelMetadata">
  <clbl:label id="{9d97530e-8f27-4137-a2a9-5cb4dcf26f2e}" enabled="0" method="" siteId="{9d97530e-8f27-4137-a2a9-5cb4dcf26f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472</Words>
  <Application>Microsoft Office PowerPoint</Application>
  <PresentationFormat>Widescreen</PresentationFormat>
  <Paragraphs>35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ADLaM Display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Moorche 30 DVDs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Kasra Zahedi</dc:creator>
  <cp:lastModifiedBy>Kasra Zahedi</cp:lastModifiedBy>
  <cp:revision>1</cp:revision>
  <dcterms:created xsi:type="dcterms:W3CDTF">2026-10-15T20:20:03Z</dcterms:created>
  <dcterms:modified xsi:type="dcterms:W3CDTF">2026-10-15T20:28:43Z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0x0101001DB844D201B43642B2F92E784EA96C6C</vt:lpwstr>
  </property>
</Properties>
</file>